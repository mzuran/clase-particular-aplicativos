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5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7" r:id="rId15"/>
    <p:sldId id="266" r:id="rId16"/>
    <p:sldId id="268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BD409D-BF8B-40F2-9F91-30CC70194A89}" v="1" dt="2025-11-14T10:40:54.6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588C14E-E243-4786-B0CE-F6F16AAB439A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17CD9B29-CD48-4205-80EB-8B3EB617BBFD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Desarrollo de videojuegos online</a:t>
          </a:r>
          <a:endParaRPr lang="en-US"/>
        </a:p>
      </dgm:t>
    </dgm:pt>
    <dgm:pt modelId="{DE991834-2558-46EB-8BA0-9D3BDC002941}" type="parTrans" cxnId="{CEE32935-23B4-4BAB-951E-F3A1BE5CF53B}">
      <dgm:prSet/>
      <dgm:spPr/>
      <dgm:t>
        <a:bodyPr/>
        <a:lstStyle/>
        <a:p>
          <a:endParaRPr lang="en-US"/>
        </a:p>
      </dgm:t>
    </dgm:pt>
    <dgm:pt modelId="{75D37FE8-F8FE-456B-951D-E34F143FA036}" type="sibTrans" cxnId="{CEE32935-23B4-4BAB-951E-F3A1BE5CF53B}">
      <dgm:prSet/>
      <dgm:spPr/>
      <dgm:t>
        <a:bodyPr/>
        <a:lstStyle/>
        <a:p>
          <a:endParaRPr lang="en-US"/>
        </a:p>
      </dgm:t>
    </dgm:pt>
    <dgm:pt modelId="{D7600882-FE05-4D44-B693-FCFBA86200A3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Desarrollo de aplicaciones de chat </a:t>
          </a:r>
          <a:endParaRPr lang="en-US"/>
        </a:p>
      </dgm:t>
    </dgm:pt>
    <dgm:pt modelId="{CFCF5FCA-8BC8-4DED-9BE9-980DD6507481}" type="parTrans" cxnId="{2EECDD85-E5B1-426C-8F5F-9D4B7CA7B5B5}">
      <dgm:prSet/>
      <dgm:spPr/>
      <dgm:t>
        <a:bodyPr/>
        <a:lstStyle/>
        <a:p>
          <a:endParaRPr lang="en-US"/>
        </a:p>
      </dgm:t>
    </dgm:pt>
    <dgm:pt modelId="{FF954536-B3FF-45DB-A0A6-C308A503F86E}" type="sibTrans" cxnId="{2EECDD85-E5B1-426C-8F5F-9D4B7CA7B5B5}">
      <dgm:prSet/>
      <dgm:spPr/>
      <dgm:t>
        <a:bodyPr/>
        <a:lstStyle/>
        <a:p>
          <a:endParaRPr lang="en-US"/>
        </a:p>
      </dgm:t>
    </dgm:pt>
    <dgm:pt modelId="{1E7BF9CC-2A3F-4E92-B1ED-1EA5C74321EB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Indicadores o notificaciones que se puedan actualizar en vivo</a:t>
          </a:r>
          <a:endParaRPr lang="en-US"/>
        </a:p>
      </dgm:t>
    </dgm:pt>
    <dgm:pt modelId="{401481D0-FEF5-45C1-8F7A-EF9E55C64D08}" type="parTrans" cxnId="{7F934941-41C2-4EE6-B189-D67502EF5EDE}">
      <dgm:prSet/>
      <dgm:spPr/>
      <dgm:t>
        <a:bodyPr/>
        <a:lstStyle/>
        <a:p>
          <a:endParaRPr lang="en-US"/>
        </a:p>
      </dgm:t>
    </dgm:pt>
    <dgm:pt modelId="{864E9E47-E378-484D-9D51-FF315A197C23}" type="sibTrans" cxnId="{7F934941-41C2-4EE6-B189-D67502EF5EDE}">
      <dgm:prSet/>
      <dgm:spPr/>
      <dgm:t>
        <a:bodyPr/>
        <a:lstStyle/>
        <a:p>
          <a:endParaRPr lang="en-US"/>
        </a:p>
      </dgm:t>
    </dgm:pt>
    <dgm:pt modelId="{A7885FEB-9911-4628-89B2-E58D9D71CFCA}" type="pres">
      <dgm:prSet presAssocID="{E588C14E-E243-4786-B0CE-F6F16AAB439A}" presName="root" presStyleCnt="0">
        <dgm:presLayoutVars>
          <dgm:dir/>
          <dgm:resizeHandles val="exact"/>
        </dgm:presLayoutVars>
      </dgm:prSet>
      <dgm:spPr/>
    </dgm:pt>
    <dgm:pt modelId="{911F1C6B-9F3D-4B24-B6F7-C2FD3315F2F1}" type="pres">
      <dgm:prSet presAssocID="{17CD9B29-CD48-4205-80EB-8B3EB617BBFD}" presName="compNode" presStyleCnt="0"/>
      <dgm:spPr/>
    </dgm:pt>
    <dgm:pt modelId="{DD5C2504-4312-4234-BAE8-4AAA0325B55F}" type="pres">
      <dgm:prSet presAssocID="{17CD9B29-CD48-4205-80EB-8B3EB617BBF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me controller"/>
        </a:ext>
      </dgm:extLst>
    </dgm:pt>
    <dgm:pt modelId="{21760969-D7E1-41B4-BFDA-F87F5B4315E6}" type="pres">
      <dgm:prSet presAssocID="{17CD9B29-CD48-4205-80EB-8B3EB617BBFD}" presName="spaceRect" presStyleCnt="0"/>
      <dgm:spPr/>
    </dgm:pt>
    <dgm:pt modelId="{B537378E-6A73-405D-A7D6-38C60A42A03E}" type="pres">
      <dgm:prSet presAssocID="{17CD9B29-CD48-4205-80EB-8B3EB617BBFD}" presName="textRect" presStyleLbl="revTx" presStyleIdx="0" presStyleCnt="3">
        <dgm:presLayoutVars>
          <dgm:chMax val="1"/>
          <dgm:chPref val="1"/>
        </dgm:presLayoutVars>
      </dgm:prSet>
      <dgm:spPr/>
    </dgm:pt>
    <dgm:pt modelId="{D6FEEC19-1796-45D0-9880-23FD578C1310}" type="pres">
      <dgm:prSet presAssocID="{75D37FE8-F8FE-456B-951D-E34F143FA036}" presName="sibTrans" presStyleCnt="0"/>
      <dgm:spPr/>
    </dgm:pt>
    <dgm:pt modelId="{CE345FCE-8E09-4BF8-9F01-B7807AEF4967}" type="pres">
      <dgm:prSet presAssocID="{D7600882-FE05-4D44-B693-FCFBA86200A3}" presName="compNode" presStyleCnt="0"/>
      <dgm:spPr/>
    </dgm:pt>
    <dgm:pt modelId="{A0B84CC9-674A-486A-AB1D-A3C325817F8A}" type="pres">
      <dgm:prSet presAssocID="{D7600882-FE05-4D44-B693-FCFBA86200A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eo"/>
        </a:ext>
      </dgm:extLst>
    </dgm:pt>
    <dgm:pt modelId="{E41FFBDE-15E1-439E-BDDE-AAA2044B9B40}" type="pres">
      <dgm:prSet presAssocID="{D7600882-FE05-4D44-B693-FCFBA86200A3}" presName="spaceRect" presStyleCnt="0"/>
      <dgm:spPr/>
    </dgm:pt>
    <dgm:pt modelId="{66D6C366-922B-457B-9E85-FC6E7D368B6D}" type="pres">
      <dgm:prSet presAssocID="{D7600882-FE05-4D44-B693-FCFBA86200A3}" presName="textRect" presStyleLbl="revTx" presStyleIdx="1" presStyleCnt="3">
        <dgm:presLayoutVars>
          <dgm:chMax val="1"/>
          <dgm:chPref val="1"/>
        </dgm:presLayoutVars>
      </dgm:prSet>
      <dgm:spPr/>
    </dgm:pt>
    <dgm:pt modelId="{09D5301E-F065-4B15-A6D0-3DB483E921E8}" type="pres">
      <dgm:prSet presAssocID="{FF954536-B3FF-45DB-A0A6-C308A503F86E}" presName="sibTrans" presStyleCnt="0"/>
      <dgm:spPr/>
    </dgm:pt>
    <dgm:pt modelId="{69AFD7AA-C89B-4A60-BC17-DDFA4641E320}" type="pres">
      <dgm:prSet presAssocID="{1E7BF9CC-2A3F-4E92-B1ED-1EA5C74321EB}" presName="compNode" presStyleCnt="0"/>
      <dgm:spPr/>
    </dgm:pt>
    <dgm:pt modelId="{AB0BBB47-3FAD-4442-96B9-C0E4F97DF301}" type="pres">
      <dgm:prSet presAssocID="{1E7BF9CC-2A3F-4E92-B1ED-1EA5C74321E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C7D9BC69-719E-4642-8651-9A3541F230BE}" type="pres">
      <dgm:prSet presAssocID="{1E7BF9CC-2A3F-4E92-B1ED-1EA5C74321EB}" presName="spaceRect" presStyleCnt="0"/>
      <dgm:spPr/>
    </dgm:pt>
    <dgm:pt modelId="{59579485-4738-4876-926A-CA0F32E53B7C}" type="pres">
      <dgm:prSet presAssocID="{1E7BF9CC-2A3F-4E92-B1ED-1EA5C74321EB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8D4E903-AA35-46D7-8718-99F5D5E4FFEB}" type="presOf" srcId="{17CD9B29-CD48-4205-80EB-8B3EB617BBFD}" destId="{B537378E-6A73-405D-A7D6-38C60A42A03E}" srcOrd="0" destOrd="0" presId="urn:microsoft.com/office/officeart/2018/2/layout/IconLabelList"/>
    <dgm:cxn modelId="{FAB49829-6639-48E1-8373-C14813156382}" type="presOf" srcId="{D7600882-FE05-4D44-B693-FCFBA86200A3}" destId="{66D6C366-922B-457B-9E85-FC6E7D368B6D}" srcOrd="0" destOrd="0" presId="urn:microsoft.com/office/officeart/2018/2/layout/IconLabelList"/>
    <dgm:cxn modelId="{CEE32935-23B4-4BAB-951E-F3A1BE5CF53B}" srcId="{E588C14E-E243-4786-B0CE-F6F16AAB439A}" destId="{17CD9B29-CD48-4205-80EB-8B3EB617BBFD}" srcOrd="0" destOrd="0" parTransId="{DE991834-2558-46EB-8BA0-9D3BDC002941}" sibTransId="{75D37FE8-F8FE-456B-951D-E34F143FA036}"/>
    <dgm:cxn modelId="{7F934941-41C2-4EE6-B189-D67502EF5EDE}" srcId="{E588C14E-E243-4786-B0CE-F6F16AAB439A}" destId="{1E7BF9CC-2A3F-4E92-B1ED-1EA5C74321EB}" srcOrd="2" destOrd="0" parTransId="{401481D0-FEF5-45C1-8F7A-EF9E55C64D08}" sibTransId="{864E9E47-E378-484D-9D51-FF315A197C23}"/>
    <dgm:cxn modelId="{2EECDD85-E5B1-426C-8F5F-9D4B7CA7B5B5}" srcId="{E588C14E-E243-4786-B0CE-F6F16AAB439A}" destId="{D7600882-FE05-4D44-B693-FCFBA86200A3}" srcOrd="1" destOrd="0" parTransId="{CFCF5FCA-8BC8-4DED-9BE9-980DD6507481}" sibTransId="{FF954536-B3FF-45DB-A0A6-C308A503F86E}"/>
    <dgm:cxn modelId="{A50044A2-69FD-421D-99D5-044875DE0F6D}" type="presOf" srcId="{1E7BF9CC-2A3F-4E92-B1ED-1EA5C74321EB}" destId="{59579485-4738-4876-926A-CA0F32E53B7C}" srcOrd="0" destOrd="0" presId="urn:microsoft.com/office/officeart/2018/2/layout/IconLabelList"/>
    <dgm:cxn modelId="{D6064DEF-A4AE-4819-888A-E30C17CD98BB}" type="presOf" srcId="{E588C14E-E243-4786-B0CE-F6F16AAB439A}" destId="{A7885FEB-9911-4628-89B2-E58D9D71CFCA}" srcOrd="0" destOrd="0" presId="urn:microsoft.com/office/officeart/2018/2/layout/IconLabelList"/>
    <dgm:cxn modelId="{5C5FE713-4F1B-49E1-A548-D5EEA0A9EBF3}" type="presParOf" srcId="{A7885FEB-9911-4628-89B2-E58D9D71CFCA}" destId="{911F1C6B-9F3D-4B24-B6F7-C2FD3315F2F1}" srcOrd="0" destOrd="0" presId="urn:microsoft.com/office/officeart/2018/2/layout/IconLabelList"/>
    <dgm:cxn modelId="{126B7FC7-0855-44DA-BAED-6B62A1F99F81}" type="presParOf" srcId="{911F1C6B-9F3D-4B24-B6F7-C2FD3315F2F1}" destId="{DD5C2504-4312-4234-BAE8-4AAA0325B55F}" srcOrd="0" destOrd="0" presId="urn:microsoft.com/office/officeart/2018/2/layout/IconLabelList"/>
    <dgm:cxn modelId="{74D88105-BFA5-435A-B1A2-CA541AA08C6B}" type="presParOf" srcId="{911F1C6B-9F3D-4B24-B6F7-C2FD3315F2F1}" destId="{21760969-D7E1-41B4-BFDA-F87F5B4315E6}" srcOrd="1" destOrd="0" presId="urn:microsoft.com/office/officeart/2018/2/layout/IconLabelList"/>
    <dgm:cxn modelId="{BA2A9E4F-CFDD-4F4B-822F-041411A958CD}" type="presParOf" srcId="{911F1C6B-9F3D-4B24-B6F7-C2FD3315F2F1}" destId="{B537378E-6A73-405D-A7D6-38C60A42A03E}" srcOrd="2" destOrd="0" presId="urn:microsoft.com/office/officeart/2018/2/layout/IconLabelList"/>
    <dgm:cxn modelId="{CA6C097F-2688-4630-AB7D-B079FE4F31E7}" type="presParOf" srcId="{A7885FEB-9911-4628-89B2-E58D9D71CFCA}" destId="{D6FEEC19-1796-45D0-9880-23FD578C1310}" srcOrd="1" destOrd="0" presId="urn:microsoft.com/office/officeart/2018/2/layout/IconLabelList"/>
    <dgm:cxn modelId="{42B27116-2272-4244-B519-DF06E4E090EF}" type="presParOf" srcId="{A7885FEB-9911-4628-89B2-E58D9D71CFCA}" destId="{CE345FCE-8E09-4BF8-9F01-B7807AEF4967}" srcOrd="2" destOrd="0" presId="urn:microsoft.com/office/officeart/2018/2/layout/IconLabelList"/>
    <dgm:cxn modelId="{CACDB5E2-5D77-42AD-A574-400959F68DED}" type="presParOf" srcId="{CE345FCE-8E09-4BF8-9F01-B7807AEF4967}" destId="{A0B84CC9-674A-486A-AB1D-A3C325817F8A}" srcOrd="0" destOrd="0" presId="urn:microsoft.com/office/officeart/2018/2/layout/IconLabelList"/>
    <dgm:cxn modelId="{CFDE6EFB-09B1-4ED7-99EE-4761D191F672}" type="presParOf" srcId="{CE345FCE-8E09-4BF8-9F01-B7807AEF4967}" destId="{E41FFBDE-15E1-439E-BDDE-AAA2044B9B40}" srcOrd="1" destOrd="0" presId="urn:microsoft.com/office/officeart/2018/2/layout/IconLabelList"/>
    <dgm:cxn modelId="{792297FE-DA95-4CAB-AB33-262B92364DCA}" type="presParOf" srcId="{CE345FCE-8E09-4BF8-9F01-B7807AEF4967}" destId="{66D6C366-922B-457B-9E85-FC6E7D368B6D}" srcOrd="2" destOrd="0" presId="urn:microsoft.com/office/officeart/2018/2/layout/IconLabelList"/>
    <dgm:cxn modelId="{C660D3EB-056B-48F3-9CD7-016ED77C7625}" type="presParOf" srcId="{A7885FEB-9911-4628-89B2-E58D9D71CFCA}" destId="{09D5301E-F065-4B15-A6D0-3DB483E921E8}" srcOrd="3" destOrd="0" presId="urn:microsoft.com/office/officeart/2018/2/layout/IconLabelList"/>
    <dgm:cxn modelId="{985028A8-A63F-4AB6-9C79-B9A0DDEA2827}" type="presParOf" srcId="{A7885FEB-9911-4628-89B2-E58D9D71CFCA}" destId="{69AFD7AA-C89B-4A60-BC17-DDFA4641E320}" srcOrd="4" destOrd="0" presId="urn:microsoft.com/office/officeart/2018/2/layout/IconLabelList"/>
    <dgm:cxn modelId="{C074167E-4F43-4946-9199-B05B013793CE}" type="presParOf" srcId="{69AFD7AA-C89B-4A60-BC17-DDFA4641E320}" destId="{AB0BBB47-3FAD-4442-96B9-C0E4F97DF301}" srcOrd="0" destOrd="0" presId="urn:microsoft.com/office/officeart/2018/2/layout/IconLabelList"/>
    <dgm:cxn modelId="{E06BA59A-6B36-4C9A-A751-6F9E3657D10B}" type="presParOf" srcId="{69AFD7AA-C89B-4A60-BC17-DDFA4641E320}" destId="{C7D9BC69-719E-4642-8651-9A3541F230BE}" srcOrd="1" destOrd="0" presId="urn:microsoft.com/office/officeart/2018/2/layout/IconLabelList"/>
    <dgm:cxn modelId="{B6275527-F8F2-49F4-8B76-9DE8B7F1B435}" type="presParOf" srcId="{69AFD7AA-C89B-4A60-BC17-DDFA4641E320}" destId="{59579485-4738-4876-926A-CA0F32E53B7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D636B20-6FC9-4595-961B-558A268FDE57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53E8130-8895-4EE0-BCEE-053E40303584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Javascript no es un lenguaje de programación que admita el uso de sockets por sí mismo</a:t>
          </a:r>
          <a:endParaRPr lang="en-US"/>
        </a:p>
      </dgm:t>
    </dgm:pt>
    <dgm:pt modelId="{03B044F5-930F-4F13-B9C9-8CE8A16A9C5A}" type="parTrans" cxnId="{ED995A14-F626-48CA-9CB0-F912CC0827D2}">
      <dgm:prSet/>
      <dgm:spPr/>
      <dgm:t>
        <a:bodyPr/>
        <a:lstStyle/>
        <a:p>
          <a:endParaRPr lang="en-US"/>
        </a:p>
      </dgm:t>
    </dgm:pt>
    <dgm:pt modelId="{FBDC964B-D22A-44DC-AA29-6A3E117AC9D9}" type="sibTrans" cxnId="{ED995A14-F626-48CA-9CB0-F912CC0827D2}">
      <dgm:prSet/>
      <dgm:spPr/>
      <dgm:t>
        <a:bodyPr/>
        <a:lstStyle/>
        <a:p>
          <a:endParaRPr lang="en-US"/>
        </a:p>
      </dgm:t>
    </dgm:pt>
    <dgm:pt modelId="{D3548CBB-A70B-4DE0-A2D8-7CA7546DDADF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Para solucionar este problema, se creó el paquete socket.io en </a:t>
          </a:r>
          <a:r>
            <a:rPr lang="es-ES" b="1"/>
            <a:t>node</a:t>
          </a:r>
          <a:r>
            <a:rPr lang="es-ES"/>
            <a:t> que agrega la funcionalidad de sockets a JS</a:t>
          </a:r>
          <a:endParaRPr lang="en-US"/>
        </a:p>
      </dgm:t>
    </dgm:pt>
    <dgm:pt modelId="{DA8CB0A6-8AB6-438E-B813-3B0A57ABD6C1}" type="parTrans" cxnId="{6D66A947-D296-47A5-B988-CF38037A3B87}">
      <dgm:prSet/>
      <dgm:spPr/>
      <dgm:t>
        <a:bodyPr/>
        <a:lstStyle/>
        <a:p>
          <a:endParaRPr lang="en-US"/>
        </a:p>
      </dgm:t>
    </dgm:pt>
    <dgm:pt modelId="{6143FF68-2001-4C63-A2FE-F7B93F8BABF8}" type="sibTrans" cxnId="{6D66A947-D296-47A5-B988-CF38037A3B87}">
      <dgm:prSet/>
      <dgm:spPr/>
      <dgm:t>
        <a:bodyPr/>
        <a:lstStyle/>
        <a:p>
          <a:endParaRPr lang="en-US"/>
        </a:p>
      </dgm:t>
    </dgm:pt>
    <dgm:pt modelId="{0C1F6599-0895-4801-94E9-9DC9DEAD80F8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Debemos descargar e </a:t>
          </a:r>
          <a:r>
            <a:rPr lang="es-ES" b="1"/>
            <a:t>instalar</a:t>
          </a:r>
          <a:r>
            <a:rPr lang="es-ES"/>
            <a:t> este paquete para poder hacer uso de sockets</a:t>
          </a:r>
          <a:endParaRPr lang="en-US"/>
        </a:p>
      </dgm:t>
    </dgm:pt>
    <dgm:pt modelId="{75C95CC6-0749-45F9-A61A-4F3C640B84EB}" type="parTrans" cxnId="{50E89E08-A055-41E4-B48B-CA001806EC5E}">
      <dgm:prSet/>
      <dgm:spPr/>
      <dgm:t>
        <a:bodyPr/>
        <a:lstStyle/>
        <a:p>
          <a:endParaRPr lang="en-US"/>
        </a:p>
      </dgm:t>
    </dgm:pt>
    <dgm:pt modelId="{0B41C12F-7835-42F7-958E-A6088BDD94C1}" type="sibTrans" cxnId="{50E89E08-A055-41E4-B48B-CA001806EC5E}">
      <dgm:prSet/>
      <dgm:spPr/>
      <dgm:t>
        <a:bodyPr/>
        <a:lstStyle/>
        <a:p>
          <a:endParaRPr lang="en-US"/>
        </a:p>
      </dgm:t>
    </dgm:pt>
    <dgm:pt modelId="{CB463A68-F16D-42DA-9978-2B81575092C5}" type="pres">
      <dgm:prSet presAssocID="{4D636B20-6FC9-4595-961B-558A268FDE57}" presName="root" presStyleCnt="0">
        <dgm:presLayoutVars>
          <dgm:dir/>
          <dgm:resizeHandles val="exact"/>
        </dgm:presLayoutVars>
      </dgm:prSet>
      <dgm:spPr/>
    </dgm:pt>
    <dgm:pt modelId="{1FD1B304-1962-4308-B58B-72ADC2103DA6}" type="pres">
      <dgm:prSet presAssocID="{753E8130-8895-4EE0-BCEE-053E40303584}" presName="compNode" presStyleCnt="0"/>
      <dgm:spPr/>
    </dgm:pt>
    <dgm:pt modelId="{F3FA507E-58E9-4053-8E17-CFE391BC44A2}" type="pres">
      <dgm:prSet presAssocID="{753E8130-8895-4EE0-BCEE-053E40303584}" presName="bgRect" presStyleLbl="bgShp" presStyleIdx="0" presStyleCnt="3"/>
      <dgm:spPr/>
    </dgm:pt>
    <dgm:pt modelId="{5423AE3F-AF7A-47BB-9CDC-B2DA555733D2}" type="pres">
      <dgm:prSet presAssocID="{753E8130-8895-4EE0-BCEE-053E4030358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errar con relleno sólido"/>
        </a:ext>
      </dgm:extLst>
    </dgm:pt>
    <dgm:pt modelId="{CC525A3F-5207-4523-8A87-21397F3EDF59}" type="pres">
      <dgm:prSet presAssocID="{753E8130-8895-4EE0-BCEE-053E40303584}" presName="spaceRect" presStyleCnt="0"/>
      <dgm:spPr/>
    </dgm:pt>
    <dgm:pt modelId="{C0AD7968-9AA3-45FD-8E80-1FF493E1572F}" type="pres">
      <dgm:prSet presAssocID="{753E8130-8895-4EE0-BCEE-053E40303584}" presName="parTx" presStyleLbl="revTx" presStyleIdx="0" presStyleCnt="3">
        <dgm:presLayoutVars>
          <dgm:chMax val="0"/>
          <dgm:chPref val="0"/>
        </dgm:presLayoutVars>
      </dgm:prSet>
      <dgm:spPr/>
    </dgm:pt>
    <dgm:pt modelId="{4B8BAE06-E457-411A-A4E0-71E0FF20FA09}" type="pres">
      <dgm:prSet presAssocID="{FBDC964B-D22A-44DC-AA29-6A3E117AC9D9}" presName="sibTrans" presStyleCnt="0"/>
      <dgm:spPr/>
    </dgm:pt>
    <dgm:pt modelId="{F02B9DEF-16C6-4E0D-A11B-D773890240D0}" type="pres">
      <dgm:prSet presAssocID="{D3548CBB-A70B-4DE0-A2D8-7CA7546DDADF}" presName="compNode" presStyleCnt="0"/>
      <dgm:spPr/>
    </dgm:pt>
    <dgm:pt modelId="{91D756CF-0E4A-43FE-B44D-86DE0DFBB530}" type="pres">
      <dgm:prSet presAssocID="{D3548CBB-A70B-4DE0-A2D8-7CA7546DDADF}" presName="bgRect" presStyleLbl="bgShp" presStyleIdx="1" presStyleCnt="3"/>
      <dgm:spPr/>
    </dgm:pt>
    <dgm:pt modelId="{4DB1ADC1-5860-4019-B887-78F12653811C}" type="pres">
      <dgm:prSet presAssocID="{D3548CBB-A70B-4DE0-A2D8-7CA7546DDAD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ja"/>
        </a:ext>
      </dgm:extLst>
    </dgm:pt>
    <dgm:pt modelId="{81484214-E181-4F7E-B8EE-B4D389CCB0E6}" type="pres">
      <dgm:prSet presAssocID="{D3548CBB-A70B-4DE0-A2D8-7CA7546DDADF}" presName="spaceRect" presStyleCnt="0"/>
      <dgm:spPr/>
    </dgm:pt>
    <dgm:pt modelId="{19E51AC9-B441-49F7-8152-ADD9BAD03FF7}" type="pres">
      <dgm:prSet presAssocID="{D3548CBB-A70B-4DE0-A2D8-7CA7546DDADF}" presName="parTx" presStyleLbl="revTx" presStyleIdx="1" presStyleCnt="3">
        <dgm:presLayoutVars>
          <dgm:chMax val="0"/>
          <dgm:chPref val="0"/>
        </dgm:presLayoutVars>
      </dgm:prSet>
      <dgm:spPr/>
    </dgm:pt>
    <dgm:pt modelId="{CF66B1DF-CEA6-4647-A498-E509D2261C94}" type="pres">
      <dgm:prSet presAssocID="{6143FF68-2001-4C63-A2FE-F7B93F8BABF8}" presName="sibTrans" presStyleCnt="0"/>
      <dgm:spPr/>
    </dgm:pt>
    <dgm:pt modelId="{27741CE9-393E-4E6B-972E-BC99ABFF79BA}" type="pres">
      <dgm:prSet presAssocID="{0C1F6599-0895-4801-94E9-9DC9DEAD80F8}" presName="compNode" presStyleCnt="0"/>
      <dgm:spPr/>
    </dgm:pt>
    <dgm:pt modelId="{C2122DA3-47A3-42D2-A43F-C32E2BA3E4CE}" type="pres">
      <dgm:prSet presAssocID="{0C1F6599-0895-4801-94E9-9DC9DEAD80F8}" presName="bgRect" presStyleLbl="bgShp" presStyleIdx="2" presStyleCnt="3"/>
      <dgm:spPr/>
    </dgm:pt>
    <dgm:pt modelId="{BB24E041-2BD0-457B-9C12-2E4C8FB10565}" type="pres">
      <dgm:prSet presAssocID="{0C1F6599-0895-4801-94E9-9DC9DEAD80F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escargar"/>
        </a:ext>
      </dgm:extLst>
    </dgm:pt>
    <dgm:pt modelId="{931707A9-45D7-469E-9B2C-15B87B85F313}" type="pres">
      <dgm:prSet presAssocID="{0C1F6599-0895-4801-94E9-9DC9DEAD80F8}" presName="spaceRect" presStyleCnt="0"/>
      <dgm:spPr/>
    </dgm:pt>
    <dgm:pt modelId="{FC073F2B-FC0F-4836-B1FE-450ABF9F1BFF}" type="pres">
      <dgm:prSet presAssocID="{0C1F6599-0895-4801-94E9-9DC9DEAD80F8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50E89E08-A055-41E4-B48B-CA001806EC5E}" srcId="{4D636B20-6FC9-4595-961B-558A268FDE57}" destId="{0C1F6599-0895-4801-94E9-9DC9DEAD80F8}" srcOrd="2" destOrd="0" parTransId="{75C95CC6-0749-45F9-A61A-4F3C640B84EB}" sibTransId="{0B41C12F-7835-42F7-958E-A6088BDD94C1}"/>
    <dgm:cxn modelId="{ED995A14-F626-48CA-9CB0-F912CC0827D2}" srcId="{4D636B20-6FC9-4595-961B-558A268FDE57}" destId="{753E8130-8895-4EE0-BCEE-053E40303584}" srcOrd="0" destOrd="0" parTransId="{03B044F5-930F-4F13-B9C9-8CE8A16A9C5A}" sibTransId="{FBDC964B-D22A-44DC-AA29-6A3E117AC9D9}"/>
    <dgm:cxn modelId="{97D40145-8774-4F96-ABD4-7DA4BAAB4111}" type="presOf" srcId="{0C1F6599-0895-4801-94E9-9DC9DEAD80F8}" destId="{FC073F2B-FC0F-4836-B1FE-450ABF9F1BFF}" srcOrd="0" destOrd="0" presId="urn:microsoft.com/office/officeart/2018/2/layout/IconVerticalSolidList"/>
    <dgm:cxn modelId="{6D66A947-D296-47A5-B988-CF38037A3B87}" srcId="{4D636B20-6FC9-4595-961B-558A268FDE57}" destId="{D3548CBB-A70B-4DE0-A2D8-7CA7546DDADF}" srcOrd="1" destOrd="0" parTransId="{DA8CB0A6-8AB6-438E-B813-3B0A57ABD6C1}" sibTransId="{6143FF68-2001-4C63-A2FE-F7B93F8BABF8}"/>
    <dgm:cxn modelId="{45870159-C27C-4EB4-86C4-24A1F020F92E}" type="presOf" srcId="{753E8130-8895-4EE0-BCEE-053E40303584}" destId="{C0AD7968-9AA3-45FD-8E80-1FF493E1572F}" srcOrd="0" destOrd="0" presId="urn:microsoft.com/office/officeart/2018/2/layout/IconVerticalSolidList"/>
    <dgm:cxn modelId="{B177B2CA-FAF2-4E5F-9381-DC51DAC050B7}" type="presOf" srcId="{4D636B20-6FC9-4595-961B-558A268FDE57}" destId="{CB463A68-F16D-42DA-9978-2B81575092C5}" srcOrd="0" destOrd="0" presId="urn:microsoft.com/office/officeart/2018/2/layout/IconVerticalSolidList"/>
    <dgm:cxn modelId="{02A8DAE1-6062-45EE-BA91-4F0E12AFE1CE}" type="presOf" srcId="{D3548CBB-A70B-4DE0-A2D8-7CA7546DDADF}" destId="{19E51AC9-B441-49F7-8152-ADD9BAD03FF7}" srcOrd="0" destOrd="0" presId="urn:microsoft.com/office/officeart/2018/2/layout/IconVerticalSolidList"/>
    <dgm:cxn modelId="{EB129AC5-ED4F-429B-8905-6E26E640D9F8}" type="presParOf" srcId="{CB463A68-F16D-42DA-9978-2B81575092C5}" destId="{1FD1B304-1962-4308-B58B-72ADC2103DA6}" srcOrd="0" destOrd="0" presId="urn:microsoft.com/office/officeart/2018/2/layout/IconVerticalSolidList"/>
    <dgm:cxn modelId="{1D177295-E8B1-4F26-A268-6BE1B8933B61}" type="presParOf" srcId="{1FD1B304-1962-4308-B58B-72ADC2103DA6}" destId="{F3FA507E-58E9-4053-8E17-CFE391BC44A2}" srcOrd="0" destOrd="0" presId="urn:microsoft.com/office/officeart/2018/2/layout/IconVerticalSolidList"/>
    <dgm:cxn modelId="{4EAB9C7B-1E97-42A5-A5E9-5885BD779E27}" type="presParOf" srcId="{1FD1B304-1962-4308-B58B-72ADC2103DA6}" destId="{5423AE3F-AF7A-47BB-9CDC-B2DA555733D2}" srcOrd="1" destOrd="0" presId="urn:microsoft.com/office/officeart/2018/2/layout/IconVerticalSolidList"/>
    <dgm:cxn modelId="{29A08687-1534-41C4-A61B-95EBF27B6236}" type="presParOf" srcId="{1FD1B304-1962-4308-B58B-72ADC2103DA6}" destId="{CC525A3F-5207-4523-8A87-21397F3EDF59}" srcOrd="2" destOrd="0" presId="urn:microsoft.com/office/officeart/2018/2/layout/IconVerticalSolidList"/>
    <dgm:cxn modelId="{0E3E27E5-040A-40F4-8ED1-07BD070642F1}" type="presParOf" srcId="{1FD1B304-1962-4308-B58B-72ADC2103DA6}" destId="{C0AD7968-9AA3-45FD-8E80-1FF493E1572F}" srcOrd="3" destOrd="0" presId="urn:microsoft.com/office/officeart/2018/2/layout/IconVerticalSolidList"/>
    <dgm:cxn modelId="{E9048F51-BB59-48D5-90E9-B7C177BA2C12}" type="presParOf" srcId="{CB463A68-F16D-42DA-9978-2B81575092C5}" destId="{4B8BAE06-E457-411A-A4E0-71E0FF20FA09}" srcOrd="1" destOrd="0" presId="urn:microsoft.com/office/officeart/2018/2/layout/IconVerticalSolidList"/>
    <dgm:cxn modelId="{2377CF63-2592-4220-9589-A6F1FB590797}" type="presParOf" srcId="{CB463A68-F16D-42DA-9978-2B81575092C5}" destId="{F02B9DEF-16C6-4E0D-A11B-D773890240D0}" srcOrd="2" destOrd="0" presId="urn:microsoft.com/office/officeart/2018/2/layout/IconVerticalSolidList"/>
    <dgm:cxn modelId="{47B2A23C-2024-4DCD-A780-739326A61836}" type="presParOf" srcId="{F02B9DEF-16C6-4E0D-A11B-D773890240D0}" destId="{91D756CF-0E4A-43FE-B44D-86DE0DFBB530}" srcOrd="0" destOrd="0" presId="urn:microsoft.com/office/officeart/2018/2/layout/IconVerticalSolidList"/>
    <dgm:cxn modelId="{17D24A6B-69E6-4612-942B-180FE07E9480}" type="presParOf" srcId="{F02B9DEF-16C6-4E0D-A11B-D773890240D0}" destId="{4DB1ADC1-5860-4019-B887-78F12653811C}" srcOrd="1" destOrd="0" presId="urn:microsoft.com/office/officeart/2018/2/layout/IconVerticalSolidList"/>
    <dgm:cxn modelId="{EADA3B94-01AD-4571-98D3-7F77BC34FCD3}" type="presParOf" srcId="{F02B9DEF-16C6-4E0D-A11B-D773890240D0}" destId="{81484214-E181-4F7E-B8EE-B4D389CCB0E6}" srcOrd="2" destOrd="0" presId="urn:microsoft.com/office/officeart/2018/2/layout/IconVerticalSolidList"/>
    <dgm:cxn modelId="{FA9AED42-1304-4C3C-A8CC-B820CC07CDCE}" type="presParOf" srcId="{F02B9DEF-16C6-4E0D-A11B-D773890240D0}" destId="{19E51AC9-B441-49F7-8152-ADD9BAD03FF7}" srcOrd="3" destOrd="0" presId="urn:microsoft.com/office/officeart/2018/2/layout/IconVerticalSolidList"/>
    <dgm:cxn modelId="{DFBE3E96-E6BD-4B34-96CD-6671B30FBE36}" type="presParOf" srcId="{CB463A68-F16D-42DA-9978-2B81575092C5}" destId="{CF66B1DF-CEA6-4647-A498-E509D2261C94}" srcOrd="3" destOrd="0" presId="urn:microsoft.com/office/officeart/2018/2/layout/IconVerticalSolidList"/>
    <dgm:cxn modelId="{621EC2D7-A058-4AE7-A5A5-A4C37C5DD06E}" type="presParOf" srcId="{CB463A68-F16D-42DA-9978-2B81575092C5}" destId="{27741CE9-393E-4E6B-972E-BC99ABFF79BA}" srcOrd="4" destOrd="0" presId="urn:microsoft.com/office/officeart/2018/2/layout/IconVerticalSolidList"/>
    <dgm:cxn modelId="{9E96BFEC-0D98-4072-B37E-087937CE9C26}" type="presParOf" srcId="{27741CE9-393E-4E6B-972E-BC99ABFF79BA}" destId="{C2122DA3-47A3-42D2-A43F-C32E2BA3E4CE}" srcOrd="0" destOrd="0" presId="urn:microsoft.com/office/officeart/2018/2/layout/IconVerticalSolidList"/>
    <dgm:cxn modelId="{B19DABE6-852C-4AD5-A396-C192EED259E6}" type="presParOf" srcId="{27741CE9-393E-4E6B-972E-BC99ABFF79BA}" destId="{BB24E041-2BD0-457B-9C12-2E4C8FB10565}" srcOrd="1" destOrd="0" presId="urn:microsoft.com/office/officeart/2018/2/layout/IconVerticalSolidList"/>
    <dgm:cxn modelId="{D6AD5111-A882-4EBC-AD06-6DC27E740B85}" type="presParOf" srcId="{27741CE9-393E-4E6B-972E-BC99ABFF79BA}" destId="{931707A9-45D7-469E-9B2C-15B87B85F313}" srcOrd="2" destOrd="0" presId="urn:microsoft.com/office/officeart/2018/2/layout/IconVerticalSolidList"/>
    <dgm:cxn modelId="{03C7470C-93DE-4320-B89A-177B7DB00E32}" type="presParOf" srcId="{27741CE9-393E-4E6B-972E-BC99ABFF79BA}" destId="{FC073F2B-FC0F-4836-B1FE-450ABF9F1BF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5C2504-4312-4234-BAE8-4AAA0325B55F}">
      <dsp:nvSpPr>
        <dsp:cNvPr id="0" name=""/>
        <dsp:cNvSpPr/>
      </dsp:nvSpPr>
      <dsp:spPr>
        <a:xfrm>
          <a:off x="1403965" y="338689"/>
          <a:ext cx="1087618" cy="108761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37378E-6A73-405D-A7D6-38C60A42A03E}">
      <dsp:nvSpPr>
        <dsp:cNvPr id="0" name=""/>
        <dsp:cNvSpPr/>
      </dsp:nvSpPr>
      <dsp:spPr>
        <a:xfrm>
          <a:off x="739309" y="1760184"/>
          <a:ext cx="241693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/>
            <a:t>Desarrollo de videojuegos online</a:t>
          </a:r>
          <a:endParaRPr lang="en-US" sz="1400" kern="1200"/>
        </a:p>
      </dsp:txBody>
      <dsp:txXfrm>
        <a:off x="739309" y="1760184"/>
        <a:ext cx="2416930" cy="720000"/>
      </dsp:txXfrm>
    </dsp:sp>
    <dsp:sp modelId="{A0B84CC9-674A-486A-AB1D-A3C325817F8A}">
      <dsp:nvSpPr>
        <dsp:cNvPr id="0" name=""/>
        <dsp:cNvSpPr/>
      </dsp:nvSpPr>
      <dsp:spPr>
        <a:xfrm>
          <a:off x="4243858" y="338689"/>
          <a:ext cx="1087618" cy="108761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D6C366-922B-457B-9E85-FC6E7D368B6D}">
      <dsp:nvSpPr>
        <dsp:cNvPr id="0" name=""/>
        <dsp:cNvSpPr/>
      </dsp:nvSpPr>
      <dsp:spPr>
        <a:xfrm>
          <a:off x="3579202" y="1760184"/>
          <a:ext cx="241693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/>
            <a:t>Desarrollo de aplicaciones de chat </a:t>
          </a:r>
          <a:endParaRPr lang="en-US" sz="1400" kern="1200"/>
        </a:p>
      </dsp:txBody>
      <dsp:txXfrm>
        <a:off x="3579202" y="1760184"/>
        <a:ext cx="2416930" cy="720000"/>
      </dsp:txXfrm>
    </dsp:sp>
    <dsp:sp modelId="{AB0BBB47-3FAD-4442-96B9-C0E4F97DF301}">
      <dsp:nvSpPr>
        <dsp:cNvPr id="0" name=""/>
        <dsp:cNvSpPr/>
      </dsp:nvSpPr>
      <dsp:spPr>
        <a:xfrm>
          <a:off x="2823912" y="3084417"/>
          <a:ext cx="1087618" cy="108761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579485-4738-4876-926A-CA0F32E53B7C}">
      <dsp:nvSpPr>
        <dsp:cNvPr id="0" name=""/>
        <dsp:cNvSpPr/>
      </dsp:nvSpPr>
      <dsp:spPr>
        <a:xfrm>
          <a:off x="2159256" y="4505912"/>
          <a:ext cx="241693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/>
            <a:t>Indicadores o notificaciones que se puedan actualizar en vivo</a:t>
          </a:r>
          <a:endParaRPr lang="en-US" sz="1400" kern="1200"/>
        </a:p>
      </dsp:txBody>
      <dsp:txXfrm>
        <a:off x="2159256" y="4505912"/>
        <a:ext cx="241693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FA507E-58E9-4053-8E17-CFE391BC44A2}">
      <dsp:nvSpPr>
        <dsp:cNvPr id="0" name=""/>
        <dsp:cNvSpPr/>
      </dsp:nvSpPr>
      <dsp:spPr>
        <a:xfrm>
          <a:off x="0" y="471"/>
          <a:ext cx="10515600" cy="110251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23AE3F-AF7A-47BB-9CDC-B2DA555733D2}">
      <dsp:nvSpPr>
        <dsp:cNvPr id="0" name=""/>
        <dsp:cNvSpPr/>
      </dsp:nvSpPr>
      <dsp:spPr>
        <a:xfrm>
          <a:off x="333510" y="248536"/>
          <a:ext cx="606382" cy="60638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AD7968-9AA3-45FD-8E80-1FF493E1572F}">
      <dsp:nvSpPr>
        <dsp:cNvPr id="0" name=""/>
        <dsp:cNvSpPr/>
      </dsp:nvSpPr>
      <dsp:spPr>
        <a:xfrm>
          <a:off x="1273403" y="471"/>
          <a:ext cx="9242196" cy="1102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683" tIns="116683" rIns="116683" bIns="116683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/>
            <a:t>Javascript no es un lenguaje de programación que admita el uso de sockets por sí mismo</a:t>
          </a:r>
          <a:endParaRPr lang="en-US" sz="2400" kern="1200"/>
        </a:p>
      </dsp:txBody>
      <dsp:txXfrm>
        <a:off x="1273403" y="471"/>
        <a:ext cx="9242196" cy="1102514"/>
      </dsp:txXfrm>
    </dsp:sp>
    <dsp:sp modelId="{91D756CF-0E4A-43FE-B44D-86DE0DFBB530}">
      <dsp:nvSpPr>
        <dsp:cNvPr id="0" name=""/>
        <dsp:cNvSpPr/>
      </dsp:nvSpPr>
      <dsp:spPr>
        <a:xfrm>
          <a:off x="0" y="1378613"/>
          <a:ext cx="10515600" cy="110251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B1ADC1-5860-4019-B887-78F12653811C}">
      <dsp:nvSpPr>
        <dsp:cNvPr id="0" name=""/>
        <dsp:cNvSpPr/>
      </dsp:nvSpPr>
      <dsp:spPr>
        <a:xfrm>
          <a:off x="333510" y="1626679"/>
          <a:ext cx="606382" cy="60638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E51AC9-B441-49F7-8152-ADD9BAD03FF7}">
      <dsp:nvSpPr>
        <dsp:cNvPr id="0" name=""/>
        <dsp:cNvSpPr/>
      </dsp:nvSpPr>
      <dsp:spPr>
        <a:xfrm>
          <a:off x="1273403" y="1378613"/>
          <a:ext cx="9242196" cy="1102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683" tIns="116683" rIns="116683" bIns="116683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/>
            <a:t>Para solucionar este problema, se creó el paquete socket.io en </a:t>
          </a:r>
          <a:r>
            <a:rPr lang="es-ES" sz="2400" b="1" kern="1200"/>
            <a:t>node</a:t>
          </a:r>
          <a:r>
            <a:rPr lang="es-ES" sz="2400" kern="1200"/>
            <a:t> que agrega la funcionalidad de sockets a JS</a:t>
          </a:r>
          <a:endParaRPr lang="en-US" sz="2400" kern="1200"/>
        </a:p>
      </dsp:txBody>
      <dsp:txXfrm>
        <a:off x="1273403" y="1378613"/>
        <a:ext cx="9242196" cy="1102514"/>
      </dsp:txXfrm>
    </dsp:sp>
    <dsp:sp modelId="{C2122DA3-47A3-42D2-A43F-C32E2BA3E4CE}">
      <dsp:nvSpPr>
        <dsp:cNvPr id="0" name=""/>
        <dsp:cNvSpPr/>
      </dsp:nvSpPr>
      <dsp:spPr>
        <a:xfrm>
          <a:off x="0" y="2756756"/>
          <a:ext cx="10515600" cy="110251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24E041-2BD0-457B-9C12-2E4C8FB10565}">
      <dsp:nvSpPr>
        <dsp:cNvPr id="0" name=""/>
        <dsp:cNvSpPr/>
      </dsp:nvSpPr>
      <dsp:spPr>
        <a:xfrm>
          <a:off x="333510" y="3004822"/>
          <a:ext cx="606382" cy="60638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073F2B-FC0F-4836-B1FE-450ABF9F1BFF}">
      <dsp:nvSpPr>
        <dsp:cNvPr id="0" name=""/>
        <dsp:cNvSpPr/>
      </dsp:nvSpPr>
      <dsp:spPr>
        <a:xfrm>
          <a:off x="1273403" y="2756756"/>
          <a:ext cx="9242196" cy="1102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683" tIns="116683" rIns="116683" bIns="116683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/>
            <a:t>Debemos descargar e </a:t>
          </a:r>
          <a:r>
            <a:rPr lang="es-ES" sz="2400" b="1" kern="1200"/>
            <a:t>instalar</a:t>
          </a:r>
          <a:r>
            <a:rPr lang="es-ES" sz="2400" kern="1200"/>
            <a:t> este paquete para poder hacer uso de sockets</a:t>
          </a:r>
          <a:endParaRPr lang="en-US" sz="2400" kern="1200"/>
        </a:p>
      </dsp:txBody>
      <dsp:txXfrm>
        <a:off x="1273403" y="2756756"/>
        <a:ext cx="9242196" cy="11025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E1A06-8754-4870-9E44-E39BADAD9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27F020-BBC3-49BB-91C2-5B2CBD64B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C0C22-EBDA-4130-87AE-CB28BC19B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11/14/2025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419A8-07CA-4A4C-AEC2-C40D4D50A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A7B86-E610-42EA-B4DC-C2F44778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A7BA06D-B3FF-4E91-8639-B4569AE3AA23}"/>
              </a:ext>
            </a:extLst>
          </p:cNvPr>
          <p:cNvSpPr/>
          <p:nvPr/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2B30C86D-5A07-48BC-9C9D-6F9A2DB1E9E1}"/>
              </a:ext>
            </a:extLst>
          </p:cNvPr>
          <p:cNvSpPr/>
          <p:nvPr/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2637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8597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11/14/2025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3DA7759-3209-4FE2-96D1-4EEDD81E9EA0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1460DAD-8769-4C9F-9C8C-BB0443909D76}"/>
              </a:ext>
            </a:extLst>
          </p:cNvPr>
          <p:cNvSpPr/>
          <p:nvPr/>
        </p:nvSpPr>
        <p:spPr>
          <a:xfrm flipH="1">
            <a:off x="12353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9855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C0001-5D76-45A0-A9F4-7172BDDD5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5F313-1240-47AE-A026-7F349292B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48158-6132-4335-B8E1-F6A896383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4C5B6-1598-48B4-9B3A-3078FDBE9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‹Nº›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EDBDD32-D3EE-4848-A112-BA814D4631CD}"/>
              </a:ext>
            </a:extLst>
          </p:cNvPr>
          <p:cNvSpPr/>
          <p:nvPr/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61350361-843C-49D0-BD6A-ECDBA3842BA0}"/>
              </a:ext>
            </a:extLst>
          </p:cNvPr>
          <p:cNvSpPr/>
          <p:nvPr/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8854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BFD05-2CB2-4A7E-89E7-57615BA82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532B8-D460-476D-816F-725E8D96C0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F7120F-70AF-4ED5-B364-3AA55C6B4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D8B65F-F709-469F-9961-4D01896C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1C6BC-B23D-48BC-AD44-654DDB8D0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0D60B-86A1-479D-BCE8-06D2C3DB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4EC5136-99DA-40B5-8F79-5C3A56D38BA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F8FB775-26C4-41BA-837C-4478D48D215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9826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‹Nº›</a:t>
            </a:fld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600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‹Nº›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C13EF9C-0B5A-4364-91AA-E5DD5B536E54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F674475-6327-490A-BD7F-084F5C07F2E4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7750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‹Nº›</a:t>
            </a:fld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7220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FC812-4DB6-4F98-9404-29C191D3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0855E-0CD6-47DD-B648-4C84C783D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50082B-17D7-4D61-8AEB-81517D85D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70783-FF31-4C4E-9196-EB169B209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92E260-747D-40FD-A062-9DD5E6835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E50A0-1E05-49C5-88C9-462677512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C155C63-9F58-4422-B669-F9748628067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85DBA62-0EDB-47AA-86C7-90463BC9B308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0183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7521-E43D-41D1-B458-26B20DC6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472CF2-2653-4B98-A416-D7A0A860EC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F87F5-0B10-4AC7-9599-F088C5E79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07CB7-0520-4D64-B76C-C31AC557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EEB226-AD45-45DF-AAB5-5513AE732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96AEB-9481-4CCE-B110-FEDD3348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BA9707F-7BCE-464F-BF45-E216527084EE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C589723-2CC8-49D1-B4E1-36FECED6A2D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0273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6E5D1-6D19-4E7F-9B4E-42326B771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D2A06C-F91A-4ADC-9CD2-61F0A4D7EE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AA9A-2280-4F63-8B3D-20742AE69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0D986B-E58E-43B6-8A80-FFA9D8F74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40D36-2E71-4F27-967F-7A3E4C6EE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1609904-5327-4D2C-A445-B270A00F3B5F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0FC7BEC-08C5-4D95-9C84-B48BC8AD1C94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2248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1FEA3D-0C7F-45CD-B6A0-942F707B36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8B8A12-BCE6-4D03-A637-1DEC8924BE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9755-9FF4-428A-AEB7-1A6477466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141836-11E2-49FD-877D-53B74514A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24C42-4B05-4EEF-BE14-29041EC9C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BADDEB1-F604-408B-B02A-A2814606E6AF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8DF7987-332F-4D6C-81C3-990F39C76C96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4997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EC5685-19F1-49DA-ADE5-D5D32F165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C0A4D-22A1-4554-B5DE-887974F4D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D5CDC-F2CE-410E-AD13-DDC235C71C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82EDB8D0-98ED-4B86-9D5F-E61ADC70144D}" type="datetimeFigureOut">
              <a:rPr lang="en-US" smtClean="0"/>
              <a:pPr/>
              <a:t>11/14/2025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0CD45-794A-4BB0-A427-0CE61AEAF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3AB91-9588-4071-92D2-364F4A6ED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4854181D-6920-4594-9A5D-6CE56DC9F8B2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493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1" r:id="rId1"/>
    <p:sldLayoutId id="2147483912" r:id="rId2"/>
    <p:sldLayoutId id="2147483913" r:id="rId3"/>
    <p:sldLayoutId id="2147483914" r:id="rId4"/>
    <p:sldLayoutId id="2147483904" r:id="rId5"/>
    <p:sldLayoutId id="2147483909" r:id="rId6"/>
    <p:sldLayoutId id="2147483905" r:id="rId7"/>
    <p:sldLayoutId id="2147483906" r:id="rId8"/>
    <p:sldLayoutId id="2147483907" r:id="rId9"/>
    <p:sldLayoutId id="2147483908" r:id="rId10"/>
    <p:sldLayoutId id="214748391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8">
            <a:extLst>
              <a:ext uri="{FF2B5EF4-FFF2-40B4-BE49-F238E27FC236}">
                <a16:creationId xmlns:a16="http://schemas.microsoft.com/office/drawing/2014/main" id="{9F8A656C-0806-4677-A38B-DA5DF0F3C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8467"/>
            <a:ext cx="12191999" cy="686646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3" name="Picture 3">
            <a:extLst>
              <a:ext uri="{FF2B5EF4-FFF2-40B4-BE49-F238E27FC236}">
                <a16:creationId xmlns:a16="http://schemas.microsoft.com/office/drawing/2014/main" id="{B170A967-8416-1FF9-6CFF-DF0C277BF3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5000"/>
          </a:blip>
          <a:srcRect t="7431" b="8299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4" name="Rectangle: Rounded Corners 10">
            <a:extLst>
              <a:ext uri="{FF2B5EF4-FFF2-40B4-BE49-F238E27FC236}">
                <a16:creationId xmlns:a16="http://schemas.microsoft.com/office/drawing/2014/main" id="{9BEF8C6D-8BB3-473A-9607-D7381CC5C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27537" y="643467"/>
            <a:ext cx="5520995" cy="5215839"/>
          </a:xfrm>
          <a:prstGeom prst="roundRect">
            <a:avLst>
              <a:gd name="adj" fmla="val 265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89C58CD-D904-C94F-E074-B9B6015751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57047" y="795509"/>
            <a:ext cx="5037616" cy="3011340"/>
          </a:xfrm>
        </p:spPr>
        <p:txBody>
          <a:bodyPr>
            <a:normAutofit/>
          </a:bodyPr>
          <a:lstStyle/>
          <a:p>
            <a:r>
              <a:rPr lang="es-ES"/>
              <a:t>WebSockets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0343A1F-1101-37D0-D378-527A9F4521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57047" y="3898924"/>
            <a:ext cx="5037616" cy="1777878"/>
          </a:xfrm>
        </p:spPr>
        <p:txBody>
          <a:bodyPr>
            <a:normAutofit/>
          </a:bodyPr>
          <a:lstStyle/>
          <a:p>
            <a:r>
              <a:rPr lang="es-ES"/>
              <a:t>Cómo implementar sockets en nuestro proyecto frontend de React</a:t>
            </a:r>
            <a:endParaRPr lang="es-AR" dirty="0"/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DCFDFFB9-D302-4A05-A770-D33232254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06764" y="906791"/>
            <a:ext cx="2987899" cy="2987899"/>
          </a:xfrm>
          <a:prstGeom prst="arc">
            <a:avLst>
              <a:gd name="adj1" fmla="val 16200000"/>
              <a:gd name="adj2" fmla="val 114657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0349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3" name="Arc 1032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5950AAB-0FB7-DC33-94A3-7AE0F3CF4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s-ES" dirty="0"/>
              <a:t>¿Qué es un socket?</a:t>
            </a:r>
            <a:endParaRPr lang="es-AR" dirty="0"/>
          </a:p>
        </p:txBody>
      </p:sp>
      <p:sp>
        <p:nvSpPr>
          <p:cNvPr id="1035" name="Freeform: Shape 1034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A06D692-12A9-AD55-C3FC-28249B4890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275" y="1604359"/>
            <a:ext cx="5718830" cy="3431297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BD62458-D393-608B-29A1-2E94A6B938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/>
              <a:t>En el ámbito de la computación, un socket es una </a:t>
            </a:r>
            <a:r>
              <a:rPr lang="es-ES" b="1" dirty="0"/>
              <a:t>conexión especial</a:t>
            </a:r>
            <a:r>
              <a:rPr lang="es-ES" dirty="0"/>
              <a:t> entre dos computadoras. 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/>
              <a:t>Es un tipo de comunicación que permite que cliente y servidor se envíen mensajes de forma </a:t>
            </a:r>
            <a:r>
              <a:rPr lang="es-ES" b="1" dirty="0"/>
              <a:t>bilateral en tiempo real</a:t>
            </a:r>
            <a:r>
              <a:rPr lang="es-ES" dirty="0"/>
              <a:t>, es decir, sin necesidad de estar enviando pedidos constantemente.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236258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15">
            <a:extLst>
              <a:ext uri="{FF2B5EF4-FFF2-40B4-BE49-F238E27FC236}">
                <a16:creationId xmlns:a16="http://schemas.microsoft.com/office/drawing/2014/main" id="{AE5A632B-B15A-489E-8337-BC0F40DBC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Arc 17">
            <a:extLst>
              <a:ext uri="{FF2B5EF4-FFF2-40B4-BE49-F238E27FC236}">
                <a16:creationId xmlns:a16="http://schemas.microsoft.com/office/drawing/2014/main" id="{6E895C8D-1379-40B8-8B1B-B6F5AEAF0A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05262" y="859948"/>
            <a:ext cx="2987899" cy="2987899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BB88F20-B5E1-3C21-08A8-A569A8A42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es-ES" sz="3000">
                <a:solidFill>
                  <a:srgbClr val="FFFFFF"/>
                </a:solidFill>
              </a:rPr>
              <a:t>¿Qué usos tiene una comunicación bilateral en tiempo real?</a:t>
            </a:r>
            <a:endParaRPr lang="es-AR" sz="3000">
              <a:solidFill>
                <a:srgbClr val="FFFFFF"/>
              </a:solidFill>
            </a:endParaRPr>
          </a:p>
        </p:txBody>
      </p:sp>
      <p:sp>
        <p:nvSpPr>
          <p:cNvPr id="24" name="Rectangle: Rounded Corners 19">
            <a:extLst>
              <a:ext uri="{FF2B5EF4-FFF2-40B4-BE49-F238E27FC236}">
                <a16:creationId xmlns:a16="http://schemas.microsoft.com/office/drawing/2014/main" id="{651547D7-AD18-407B-A5F4-F8225B5DCF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5452" y="434266"/>
            <a:ext cx="7217701" cy="5922084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616FFC52-528E-2ADD-8426-3A64096E3E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3956586"/>
              </p:ext>
            </p:extLst>
          </p:nvPr>
        </p:nvGraphicFramePr>
        <p:xfrm>
          <a:off x="4763911" y="609600"/>
          <a:ext cx="6735443" cy="55646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64213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A7BA06D-B3FF-4E91-8639-B4569AE3A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/>
            <a:ahLst/>
            <a:cxnLst/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2B30C86D-5A07-48BC-9C9D-6F9A2DB1E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278ADA9-6383-4BDD-80D2-8899A4026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4B7147-B0F6-40ED-B5A2-FF72BC819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6D2DE0-0628-4A9A-A59D-7BA8B5EB3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8E405C9-94BE-41DA-928C-DEC9A8550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210FEB9-6B44-79C3-4467-DED9A77F4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5031" y="1380754"/>
            <a:ext cx="5561938" cy="25135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Socket.io</a:t>
            </a:r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D2091A72-D5BB-42AC-8FD3-F7747D908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9222429" flipV="1">
            <a:off x="2494119" y="6170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2">
                <a:lumMod val="75000"/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ED12BFC-A737-46AF-8411-481112D54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0995" y="5310973"/>
            <a:ext cx="705948" cy="686798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8608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BEE16C-062A-509F-EA5E-251632A40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Socket.io</a:t>
            </a:r>
            <a:endParaRPr lang="es-AR" dirty="0"/>
          </a:p>
        </p:txBody>
      </p:sp>
      <p:graphicFrame>
        <p:nvGraphicFramePr>
          <p:cNvPr id="13" name="Marcador de contenido 2">
            <a:extLst>
              <a:ext uri="{FF2B5EF4-FFF2-40B4-BE49-F238E27FC236}">
                <a16:creationId xmlns:a16="http://schemas.microsoft.com/office/drawing/2014/main" id="{864E7D95-E7BA-6C04-8EB3-6299440AE2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9394260"/>
              </p:ext>
            </p:extLst>
          </p:nvPr>
        </p:nvGraphicFramePr>
        <p:xfrm>
          <a:off x="838200" y="1825625"/>
          <a:ext cx="10515600" cy="38597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944578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BC0312-A6EC-151C-48B5-23ABB3E99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Instalación de Socket.io</a:t>
            </a:r>
            <a:endParaRPr lang="es-AR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FF6A483-E61A-D7FC-D4E9-FC49BCB818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Lado cliente</a:t>
            </a:r>
            <a:endParaRPr lang="es-AR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3157A55-9BE9-CEF8-51AC-252EFE694B6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npm install socket.io-</a:t>
            </a:r>
            <a:r>
              <a:rPr lang="es-ES" dirty="0" err="1"/>
              <a:t>client</a:t>
            </a:r>
            <a:endParaRPr lang="es-AR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4692205-0FF0-1469-12FA-3F9DA1391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s-ES" dirty="0"/>
              <a:t>Lado servidor</a:t>
            </a:r>
            <a:endParaRPr lang="es-AR" dirty="0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D8C2AE7-F5E6-8273-634B-FCE83BDE035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npm install socket.io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276088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C5D9F-379B-248A-B921-4CD461E49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¿Qué información viaja a través de sockets?</a:t>
            </a:r>
            <a:endParaRPr lang="es-AR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86EB005-42EB-9685-DB6A-118867051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Comunicación cliente-servidor basada en eventos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9418939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4AC6B390-BC59-4F1D-A0EE-D71A92F0A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B6C60D79-16F1-4C4B-B7E3-7634E7069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19137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203B5F6-1A05-BB91-F57D-431AA0253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6739" y="2856766"/>
            <a:ext cx="5388225" cy="1562585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7" name="Arc 36">
            <a:extLst>
              <a:ext uri="{FF2B5EF4-FFF2-40B4-BE49-F238E27FC236}">
                <a16:creationId xmlns:a16="http://schemas.microsoft.com/office/drawing/2014/main" id="{426B127E-6498-4C77-9C9D-4553A5113B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02050" y="650160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582C88C-64B5-5318-4955-3D210CE88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79493"/>
            <a:ext cx="5257800" cy="1325563"/>
          </a:xfrm>
        </p:spPr>
        <p:txBody>
          <a:bodyPr>
            <a:normAutofit/>
          </a:bodyPr>
          <a:lstStyle/>
          <a:p>
            <a:r>
              <a:rPr lang="es-ES"/>
              <a:t>Eventos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80548F-F3E4-45DE-F1A3-DF51569F9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84443"/>
            <a:ext cx="6119647" cy="4192520"/>
          </a:xfrm>
        </p:spPr>
        <p:txBody>
          <a:bodyPr>
            <a:normAutofit/>
          </a:bodyPr>
          <a:lstStyle/>
          <a:p>
            <a:r>
              <a:rPr lang="es-ES" sz="1700" dirty="0"/>
              <a:t>En el contexto de </a:t>
            </a:r>
            <a:r>
              <a:rPr lang="es-ES" sz="1700" dirty="0" err="1"/>
              <a:t>websockets</a:t>
            </a:r>
            <a:r>
              <a:rPr lang="es-ES" sz="1700" dirty="0"/>
              <a:t>, un evento es una </a:t>
            </a:r>
            <a:r>
              <a:rPr lang="es-ES" sz="1700" b="1" dirty="0"/>
              <a:t>unidad de información</a:t>
            </a:r>
            <a:r>
              <a:rPr lang="es-ES" sz="1700" dirty="0"/>
              <a:t> que viaja a través de los sockets</a:t>
            </a:r>
          </a:p>
          <a:p>
            <a:pPr marL="0" indent="0">
              <a:buNone/>
            </a:pPr>
            <a:endParaRPr lang="es-ES" sz="1700" dirty="0"/>
          </a:p>
          <a:p>
            <a:r>
              <a:rPr lang="es-ES" sz="1700" dirty="0"/>
              <a:t>Un evento está formado por 2 partes:</a:t>
            </a:r>
          </a:p>
          <a:p>
            <a:pPr lvl="1"/>
            <a:r>
              <a:rPr lang="es-ES" sz="1700" dirty="0"/>
              <a:t>El nombre del evento </a:t>
            </a:r>
            <a:r>
              <a:rPr lang="es-ES" sz="1700" i="1" dirty="0"/>
              <a:t>(dado en forma de string)</a:t>
            </a:r>
          </a:p>
          <a:p>
            <a:pPr lvl="1"/>
            <a:r>
              <a:rPr lang="es-ES" sz="1700" dirty="0"/>
              <a:t>Los datos opcionales enviados junto con el evento </a:t>
            </a:r>
            <a:r>
              <a:rPr lang="es-ES" sz="1700" i="1" dirty="0"/>
              <a:t>(generalmente en forma de objeto)</a:t>
            </a:r>
          </a:p>
          <a:p>
            <a:endParaRPr lang="es-ES" sz="1700" i="1" dirty="0"/>
          </a:p>
          <a:p>
            <a:r>
              <a:rPr lang="es-ES" sz="1700" dirty="0"/>
              <a:t>Se relaciona con la idea de vincular la detección de “algo que pasa” con un Callback</a:t>
            </a:r>
            <a:endParaRPr lang="es-AR" sz="1700" dirty="0"/>
          </a:p>
        </p:txBody>
      </p:sp>
    </p:spTree>
    <p:extLst>
      <p:ext uri="{BB962C8B-B14F-4D97-AF65-F5344CB8AC3E}">
        <p14:creationId xmlns:p14="http://schemas.microsoft.com/office/powerpoint/2010/main" val="354793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036556-EB3A-EED0-6EEF-5E38198CC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Cómo crear el objeto Socket</a:t>
            </a:r>
            <a:endParaRPr lang="es-AR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7172564-382C-67B3-C502-350F2D8C32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Si no usamos el hook del Pio</a:t>
            </a:r>
            <a:endParaRPr lang="es-AR" dirty="0"/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EB0A06C1-E315-D080-9069-14754BE2ABA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6612" y="2750063"/>
            <a:ext cx="4807443" cy="148881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ACBC035-E5C5-60EB-2B46-428D3F4FD2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s-ES" dirty="0"/>
              <a:t>Si usamos el hook </a:t>
            </a:r>
            <a:r>
              <a:rPr lang="es-ES" dirty="0" err="1"/>
              <a:t>useSocket</a:t>
            </a:r>
            <a:r>
              <a:rPr lang="es-ES" dirty="0"/>
              <a:t> que les dio su profesor</a:t>
            </a:r>
            <a:endParaRPr lang="es-AR" dirty="0"/>
          </a:p>
        </p:txBody>
      </p:sp>
      <p:pic>
        <p:nvPicPr>
          <p:cNvPr id="10" name="Marcador de contenido 9">
            <a:extLst>
              <a:ext uri="{FF2B5EF4-FFF2-40B4-BE49-F238E27FC236}">
                <a16:creationId xmlns:a16="http://schemas.microsoft.com/office/drawing/2014/main" id="{106A33C7-D249-535F-8951-700C342B3F31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172200" y="2750063"/>
            <a:ext cx="5183188" cy="149117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00C6B355-98AC-A3C2-C8B3-F13545931442}"/>
              </a:ext>
            </a:extLst>
          </p:cNvPr>
          <p:cNvSpPr txBox="1"/>
          <p:nvPr/>
        </p:nvSpPr>
        <p:spPr>
          <a:xfrm>
            <a:off x="6172200" y="4645573"/>
            <a:ext cx="50912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i="1" dirty="0"/>
              <a:t>Cabe recalcar que si usamos esta forma de crear el socket, debemos cambiar el </a:t>
            </a:r>
            <a:r>
              <a:rPr lang="es-ES" i="1" dirty="0" err="1"/>
              <a:t>url</a:t>
            </a:r>
            <a:r>
              <a:rPr lang="es-ES" i="1" dirty="0"/>
              <a:t> del backend dentro de /</a:t>
            </a:r>
            <a:r>
              <a:rPr lang="es-ES" i="1" dirty="0" err="1"/>
              <a:t>hooks</a:t>
            </a:r>
            <a:r>
              <a:rPr lang="es-ES" i="1" dirty="0"/>
              <a:t>/</a:t>
            </a:r>
            <a:r>
              <a:rPr lang="es-ES" i="1" dirty="0" err="1"/>
              <a:t>useSocket</a:t>
            </a:r>
            <a:endParaRPr lang="es-AR" i="1" dirty="0"/>
          </a:p>
        </p:txBody>
      </p:sp>
    </p:spTree>
    <p:extLst>
      <p:ext uri="{BB962C8B-B14F-4D97-AF65-F5344CB8AC3E}">
        <p14:creationId xmlns:p14="http://schemas.microsoft.com/office/powerpoint/2010/main" val="21037130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C9F814-BC10-D35E-0AFC-AEF42D39E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Métodos del objeto Socket</a:t>
            </a:r>
            <a:endParaRPr lang="es-AR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7EA01BE-A330-EA47-221C-A160890C81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err="1"/>
              <a:t>socket.on</a:t>
            </a:r>
            <a:r>
              <a:rPr lang="es-ES" dirty="0"/>
              <a:t>()</a:t>
            </a:r>
          </a:p>
          <a:p>
            <a:r>
              <a:rPr lang="es-ES" dirty="0" err="1"/>
              <a:t>socket.emit</a:t>
            </a:r>
            <a:r>
              <a:rPr lang="es-ES" dirty="0"/>
              <a:t>()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4643161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B78935-54BE-98D1-2A21-A4849A8BE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socket.emit</a:t>
            </a:r>
            <a:r>
              <a:rPr lang="es-ES" dirty="0"/>
              <a:t>()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AE09889-526B-D2C2-E6EF-6F2AC8AEC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El método </a:t>
            </a:r>
            <a:r>
              <a:rPr lang="es-ES" dirty="0" err="1"/>
              <a:t>socket.emit</a:t>
            </a:r>
            <a:r>
              <a:rPr lang="es-ES" dirty="0"/>
              <a:t>(evento, datos) nos sirve para </a:t>
            </a:r>
            <a:r>
              <a:rPr lang="es-ES" b="1" dirty="0"/>
              <a:t>enviar un evento al otro lado de la conexión</a:t>
            </a:r>
            <a:endParaRPr lang="es-ES" dirty="0"/>
          </a:p>
          <a:p>
            <a:pPr marL="0" indent="0">
              <a:buNone/>
            </a:pPr>
            <a:r>
              <a:rPr lang="es-ES" dirty="0"/>
              <a:t>Recibe el nombre del evento de forma obligatoria y, de forma opcional, algún dato que se quiera enviar</a:t>
            </a:r>
          </a:p>
          <a:p>
            <a:pPr marL="0" indent="0">
              <a:buNone/>
            </a:pPr>
            <a:endParaRPr lang="es-AR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4500900-BF7C-5CEB-C522-6E82DD9ED4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6627" y="4475523"/>
            <a:ext cx="6058746" cy="12098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985998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642DBF-06D8-4052-488C-2D43E9780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socket.on</a:t>
            </a:r>
            <a:r>
              <a:rPr lang="es-ES" dirty="0"/>
              <a:t>()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5B9AD4B-A2A8-2574-B8EE-163D0C7EDE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El método </a:t>
            </a:r>
            <a:r>
              <a:rPr lang="es-ES" dirty="0" err="1"/>
              <a:t>socket.on</a:t>
            </a:r>
            <a:r>
              <a:rPr lang="es-ES" dirty="0"/>
              <a:t>(evento, Callback) cumple 2 funciones:</a:t>
            </a:r>
          </a:p>
          <a:p>
            <a:pPr marL="457200" indent="-457200">
              <a:buFont typeface="+mj-lt"/>
              <a:buAutoNum type="arabicPeriod"/>
            </a:pPr>
            <a:r>
              <a:rPr lang="es-ES" dirty="0"/>
              <a:t>Le permite a nuestro componente </a:t>
            </a:r>
            <a:r>
              <a:rPr lang="es-ES" b="1" dirty="0"/>
              <a:t>suscribirse </a:t>
            </a:r>
            <a:r>
              <a:rPr lang="es-ES" dirty="0"/>
              <a:t>o “estar atento a” cierto evento en particular</a:t>
            </a:r>
          </a:p>
          <a:p>
            <a:pPr marL="457200" indent="-457200">
              <a:buFont typeface="+mj-lt"/>
              <a:buAutoNum type="arabicPeriod"/>
            </a:pPr>
            <a:r>
              <a:rPr lang="es-ES" dirty="0"/>
              <a:t>Le permite a nuestro componente </a:t>
            </a:r>
            <a:r>
              <a:rPr lang="es-ES" b="1" dirty="0"/>
              <a:t>asociar un Callback</a:t>
            </a:r>
            <a:r>
              <a:rPr lang="es-ES" dirty="0"/>
              <a:t> a un evento, el cual se ejecuta cada vez que el evento es recibido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B420635-226F-AB0F-5120-B73A790FB0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7101" y="4126334"/>
            <a:ext cx="6077798" cy="18004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90139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87B8AD-1C65-8F61-2482-AECCD9FDA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socket.on</a:t>
            </a:r>
            <a:r>
              <a:rPr lang="es-ES" dirty="0"/>
              <a:t>()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2751D41-9AE8-968E-2911-DC5C1A6139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Si estamos escuchando a un determinado evento, cada vez que el otro lado de la conexión nos envíe el evento mediante el </a:t>
            </a:r>
            <a:r>
              <a:rPr lang="es-ES" dirty="0" err="1"/>
              <a:t>socket.emit</a:t>
            </a:r>
            <a:r>
              <a:rPr lang="es-ES" dirty="0"/>
              <a:t>(), nuestro Callback asociado se ejecutará</a:t>
            </a:r>
          </a:p>
          <a:p>
            <a:r>
              <a:rPr lang="es-ES" dirty="0"/>
              <a:t>Tener varias suscripciones activas a la vez para el mismo evento no tiene sentido y nos llevará a errores, por lo que debemos armar las suscripciones </a:t>
            </a:r>
            <a:r>
              <a:rPr lang="es-ES" b="1" dirty="0"/>
              <a:t>de forma controlada usando useEffect</a:t>
            </a:r>
          </a:p>
          <a:p>
            <a:r>
              <a:rPr lang="es-ES" dirty="0"/>
              <a:t>El Callback asociado a la suscripción puede recibir un parámetro que va a representar </a:t>
            </a:r>
            <a:r>
              <a:rPr lang="es-ES" b="1" dirty="0"/>
              <a:t>los datos enviados en el </a:t>
            </a:r>
            <a:r>
              <a:rPr lang="es-ES" b="1" dirty="0" err="1"/>
              <a:t>emit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275869253"/>
      </p:ext>
    </p:extLst>
  </p:cSld>
  <p:clrMapOvr>
    <a:masterClrMapping/>
  </p:clrMapOvr>
</p:sld>
</file>

<file path=ppt/theme/theme1.xml><?xml version="1.0" encoding="utf-8"?>
<a:theme xmlns:a="http://schemas.openxmlformats.org/drawingml/2006/main" name="ShapesVTI">
  <a:themeElements>
    <a:clrScheme name="Faceta">
      <a:dk1>
        <a:srgbClr val="000000"/>
      </a:dk1>
      <a:lt1>
        <a:srgbClr val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Festival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apesVTI" id="{C78D20FD-A872-4243-8597-B534C62538FF}" vid="{7CAFCCF9-7834-41D6-B6AB-7D225A18A4E9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8733208C828A0409B88C3F13BDC33A0" ma:contentTypeVersion="5" ma:contentTypeDescription="Create a new document." ma:contentTypeScope="" ma:versionID="38bba1c15ad1922f57f93ef3781fa1d7">
  <xsd:schema xmlns:xsd="http://www.w3.org/2001/XMLSchema" xmlns:xs="http://www.w3.org/2001/XMLSchema" xmlns:p="http://schemas.microsoft.com/office/2006/metadata/properties" xmlns:ns3="0c3b2162-9bab-4fc9-97d6-f987dde52638" targetNamespace="http://schemas.microsoft.com/office/2006/metadata/properties" ma:root="true" ma:fieldsID="7356a0eae53ee752f8d7b954607a8c38" ns3:_="">
    <xsd:import namespace="0c3b2162-9bab-4fc9-97d6-f987dde5263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3b2162-9bab-4fc9-97d6-f987dde5263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7C0B7D1-C728-4A42-B0A6-A34157092F5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3b2162-9bab-4fc9-97d6-f987dde5263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1BC0094-3A88-4AE3-959E-D84FB37B98A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1270D76-7563-4EBE-9734-537B1DF9735D}">
  <ds:schemaRefs>
    <ds:schemaRef ds:uri="http://www.w3.org/XML/1998/namespace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terms/"/>
    <ds:schemaRef ds:uri="0c3b2162-9bab-4fc9-97d6-f987dde52638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47</TotalTime>
  <Words>505</Words>
  <Application>Microsoft Office PowerPoint</Application>
  <PresentationFormat>Panorámica</PresentationFormat>
  <Paragraphs>48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Arial</vt:lpstr>
      <vt:lpstr>Calibri</vt:lpstr>
      <vt:lpstr>Century Gothic</vt:lpstr>
      <vt:lpstr>ShapesVTI</vt:lpstr>
      <vt:lpstr>WebSockets</vt:lpstr>
      <vt:lpstr>¿Qué es un socket?</vt:lpstr>
      <vt:lpstr>¿Qué usos tiene una comunicación bilateral en tiempo real?</vt:lpstr>
      <vt:lpstr>Socket.io</vt:lpstr>
      <vt:lpstr>Socket.io</vt:lpstr>
      <vt:lpstr>Instalación de Socket.io</vt:lpstr>
      <vt:lpstr>¿Qué información viaja a través de sockets?</vt:lpstr>
      <vt:lpstr>Eventos</vt:lpstr>
      <vt:lpstr>Cómo crear el objeto Socket</vt:lpstr>
      <vt:lpstr>Métodos del objeto Socket</vt:lpstr>
      <vt:lpstr>socket.emit()</vt:lpstr>
      <vt:lpstr>socket.on()</vt:lpstr>
      <vt:lpstr>socket.on()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Matias Zuran</dc:creator>
  <cp:lastModifiedBy>Matias Zuran</cp:lastModifiedBy>
  <cp:revision>2</cp:revision>
  <dcterms:created xsi:type="dcterms:W3CDTF">2025-11-14T10:04:14Z</dcterms:created>
  <dcterms:modified xsi:type="dcterms:W3CDTF">2025-11-14T10:51:32Z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0x010100C8733208C828A0409B88C3F13BDC33A0</vt:lpwstr>
  </property>
</Properties>
</file>